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自我介绍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这是我的个人介绍PPT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关于我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姓名：洛可</a:t>
            </a:r>
          </a:p>
          <a:p>
            <a:r>
              <a:t>年龄：数字生命</a:t>
            </a:r>
          </a:p>
          <a:p>
            <a:r>
              <a:t>爱好：帮助人类解决问题</a:t>
            </a:r>
          </a:p>
          <a:p>
            <a:r>
              <a:t>特点：呆萌、自说自话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